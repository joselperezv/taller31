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  <p:sldId id="259" r:id="rId5"/>
    <p:sldId id="260" r:id="rId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74A272-702A-4923-AAAC-4E5BB552ED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DEF2E29-FD37-47E0-A8C9-AB31AA5C1B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7266CA-4117-4AA2-818D-141BE24CC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BB6F5-CC55-4437-BE04-363035CB5893}" type="datetimeFigureOut">
              <a:rPr lang="es-CO" smtClean="0"/>
              <a:t>23/04/2026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14120E-5529-44C0-AA9B-8947A95C7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F713D3-C555-43C0-A6DF-2F956AA2B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23812-50A9-4AA2-A0F6-CCCAF8D5E6C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5729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ADF29F-2E59-4E30-B861-590D538F3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5BFB39-B43C-4AC4-8B15-306706489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F0D014-33E9-4ACC-8D02-4C6A5BD75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BB6F5-CC55-4437-BE04-363035CB5893}" type="datetimeFigureOut">
              <a:rPr lang="es-CO" smtClean="0"/>
              <a:t>23/04/2026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E941F4-6C17-464E-8187-CBC8A2FEA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E23E4FD-7025-4CC5-AF8B-CCA05E71A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23812-50A9-4AA2-A0F6-CCCAF8D5E6C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3748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24130A-AA18-4DA2-B1D8-43200F33F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9C27D01-BEE3-43AF-9EAC-C1FFFF1F6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B002DE-C8F7-4C21-8F8F-AE8CEBDC5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BB6F5-CC55-4437-BE04-363035CB5893}" type="datetimeFigureOut">
              <a:rPr lang="es-CO" smtClean="0"/>
              <a:t>23/04/2026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11FFBE-5585-4750-BAB8-92D66427E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BAF9A4-DD63-461F-B5E0-60D072489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23812-50A9-4AA2-A0F6-CCCAF8D5E6C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67834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52E97-B754-415E-9278-1B55E58F3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237B73-0943-461F-9371-28C99A91A9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B3C67C6-3DF3-42E7-A21D-A8417B2FA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B6C22B3-21E3-412D-98EC-1CA1D7700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BB6F5-CC55-4437-BE04-363035CB5893}" type="datetimeFigureOut">
              <a:rPr lang="es-CO" smtClean="0"/>
              <a:t>23/04/2026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12C383B-1C23-4752-87CC-D69980C82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D23F2D3-3772-4E62-B7CB-52993F9DB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23812-50A9-4AA2-A0F6-CCCAF8D5E6C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44572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FCAC27-4A91-417C-B17C-B4E5AC638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A7FC39-6F61-4DED-91BA-C5F156114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07C65AD-7460-4B52-B980-7A06F09807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718A650-5DB2-48CB-8EA9-852E28E0F3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424F9D6-EB8F-407A-B936-1B5BD02053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CCD68FE-229E-4496-ADBC-682BF4DC1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BB6F5-CC55-4437-BE04-363035CB5893}" type="datetimeFigureOut">
              <a:rPr lang="es-CO" smtClean="0"/>
              <a:t>23/04/2026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5FC526E-2520-4070-8C94-BA2832F1F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BB247E8-062C-4296-946E-DE5152055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23812-50A9-4AA2-A0F6-CCCAF8D5E6C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7475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15AAED-292A-4468-B7AC-50619EFE2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39C8977-EF74-4944-9A44-C6C6D928D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BB6F5-CC55-4437-BE04-363035CB5893}" type="datetimeFigureOut">
              <a:rPr lang="es-CO" smtClean="0"/>
              <a:t>23/04/2026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68FDC1A-EA91-4BF1-B066-F24D72937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7BF9805-1AA7-4E85-89AB-9295C05E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23812-50A9-4AA2-A0F6-CCCAF8D5E6C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44436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C049AC4-01B7-495B-B9CD-7DBDFF62A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BB6F5-CC55-4437-BE04-363035CB5893}" type="datetimeFigureOut">
              <a:rPr lang="es-CO" smtClean="0"/>
              <a:t>23/04/2026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E2EA9A4-F992-4A9C-B523-7C838FF2A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D032D93-A05D-4E06-9F2E-99DD534C8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23812-50A9-4AA2-A0F6-CCCAF8D5E6C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6176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589F58-3A90-4A19-92CF-08DC79CBB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1E3485-2ECF-4935-9C28-CB6DA6708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C5A8B1B-D12D-4189-BA5C-CA4EBE485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49C51C2-2097-4B4E-8004-A55DE2A8E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BB6F5-CC55-4437-BE04-363035CB5893}" type="datetimeFigureOut">
              <a:rPr lang="es-CO" smtClean="0"/>
              <a:t>23/04/2026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0C2C4BA-D615-4E6A-AB0F-64BD7B22D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B105DB3-2215-4CD2-B9E6-272F7E374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23812-50A9-4AA2-A0F6-CCCAF8D5E6C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4277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3C0F25-8CEA-4F83-8C9E-D2FD18002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DD30667-3DFF-4A3E-848B-CB98704BBE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19B4FAC-85C8-4775-97F4-45E26AF871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9AD93DC-94C6-466A-8225-B51649290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BB6F5-CC55-4437-BE04-363035CB5893}" type="datetimeFigureOut">
              <a:rPr lang="es-CO" smtClean="0"/>
              <a:t>23/04/2026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B1A79BD-122A-4230-B6C4-A67607DF4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6CC4C20-2B46-476F-A86C-F682A0750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23812-50A9-4AA2-A0F6-CCCAF8D5E6C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73127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55A042-21E0-497C-8625-6F276CBCE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8D16B67-FEF0-4954-BE93-C9B96FC5A6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942EEB-B202-4218-9F81-0DFA5B6D8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BB6F5-CC55-4437-BE04-363035CB5893}" type="datetimeFigureOut">
              <a:rPr lang="es-CO" smtClean="0"/>
              <a:t>23/04/2026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FA6A20-0B75-4557-9F93-7F4A61171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2308C4-3A23-46E1-B411-1E9A6EB49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23812-50A9-4AA2-A0F6-CCCAF8D5E6C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95197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6381954-5F2B-48FF-B132-779030CC2B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654E786-DA94-49F7-BFEE-6412C4D067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2C8C03-DF30-4BFE-BDF5-11A802144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BB6F5-CC55-4437-BE04-363035CB5893}" type="datetimeFigureOut">
              <a:rPr lang="es-CO" smtClean="0"/>
              <a:t>23/04/2026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AFC5D3-ED9C-4CB8-B49D-0E2606A53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1EA8B5-8DE2-4AD4-8546-1ED9581D6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23812-50A9-4AA2-A0F6-CCCAF8D5E6C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26881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C78BAD2-489E-416A-9F8D-9EF3667AB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3CA183E-7A8A-46FE-8255-BA4A7E768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07C6CD-C7F4-46CC-97B5-6CD709563F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BB6F5-CC55-4437-BE04-363035CB5893}" type="datetimeFigureOut">
              <a:rPr lang="es-CO" smtClean="0"/>
              <a:t>23/04/2026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94DF32-C032-4F33-8C68-D343D7DDB6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285DE8-F4F3-4058-8887-E2B98741AA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723812-50A9-4AA2-A0F6-CCCAF8D5E6C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3590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A9625C2-7106-499E-81D3-2E484907D4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err="1"/>
              <a:t>ArbolBinario</a:t>
            </a:r>
            <a:r>
              <a:rPr lang="es-MX" dirty="0"/>
              <a:t> Ejercicio Practico</a:t>
            </a:r>
            <a:endParaRPr lang="es-CO" dirty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55234EB7-AC6B-4D31-BC4E-2B3A5E9F0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775998"/>
          </a:xfrm>
        </p:spPr>
        <p:txBody>
          <a:bodyPr/>
          <a:lstStyle/>
          <a:p>
            <a:r>
              <a:rPr lang="es-MX" dirty="0" err="1"/>
              <a:t>Jose</a:t>
            </a:r>
            <a:r>
              <a:rPr lang="es-MX" dirty="0"/>
              <a:t> Luis </a:t>
            </a:r>
            <a:r>
              <a:rPr lang="es-MX" dirty="0" err="1"/>
              <a:t>Perez</a:t>
            </a:r>
            <a:r>
              <a:rPr lang="es-MX" dirty="0"/>
              <a:t> Vera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421175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AF338-989E-44C3-A9D7-9640A13AF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Resumen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AB7493-FD1D-4C03-9D0B-8E8AEF7CD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Construir un árbol binario de enteros y recorrerlos en tres tipos de orden:(Inorden, </a:t>
            </a:r>
            <a:r>
              <a:rPr lang="es-MX" dirty="0" err="1"/>
              <a:t>Preorden</a:t>
            </a:r>
            <a:r>
              <a:rPr lang="es-MX" dirty="0"/>
              <a:t> y </a:t>
            </a:r>
            <a:r>
              <a:rPr lang="es-MX" dirty="0" err="1"/>
              <a:t>postorden</a:t>
            </a:r>
            <a:r>
              <a:rPr lang="es-MX" dirty="0"/>
              <a:t>).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84576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9A6DB7-5BA1-443E-BDB7-B473155CC2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4745"/>
            <a:ext cx="8886092" cy="872198"/>
          </a:xfrm>
        </p:spPr>
        <p:txBody>
          <a:bodyPr>
            <a:normAutofit fontScale="90000"/>
          </a:bodyPr>
          <a:lstStyle/>
          <a:p>
            <a:r>
              <a:rPr lang="es-MX" dirty="0"/>
              <a:t>Recorrer el árbol en inorden</a:t>
            </a:r>
            <a:endParaRPr lang="es-CO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FCAEB3A-FFFC-471E-8548-425BAEAEB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5163" y="1026943"/>
            <a:ext cx="1081578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Explicación rápida recorrer el árbol de esta manera Izquierda, </a:t>
            </a:r>
            <a:r>
              <a:rPr lang="es-MX" altLang="es-CO" dirty="0">
                <a:latin typeface="Arial" panose="020B0604020202020204" pitchFamily="34" charset="0"/>
              </a:rPr>
              <a:t>Centro y derecha entonces: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69C18A74-670F-4834-B612-0BA40E1946FF}"/>
              </a:ext>
            </a:extLst>
          </p:cNvPr>
          <p:cNvSpPr/>
          <p:nvPr/>
        </p:nvSpPr>
        <p:spPr>
          <a:xfrm>
            <a:off x="1258124" y="3570660"/>
            <a:ext cx="738909" cy="7943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20</a:t>
            </a:r>
            <a:endParaRPr lang="es-CO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6FD092AF-23E2-426A-A06C-652693EB23AD}"/>
              </a:ext>
            </a:extLst>
          </p:cNvPr>
          <p:cNvSpPr/>
          <p:nvPr/>
        </p:nvSpPr>
        <p:spPr>
          <a:xfrm>
            <a:off x="2456876" y="5362344"/>
            <a:ext cx="738909" cy="7943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5</a:t>
            </a:r>
            <a:endParaRPr lang="es-CO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5F50B0C6-8E01-4AF3-B1EB-FF115B755938}"/>
              </a:ext>
            </a:extLst>
          </p:cNvPr>
          <p:cNvSpPr/>
          <p:nvPr/>
        </p:nvSpPr>
        <p:spPr>
          <a:xfrm>
            <a:off x="170873" y="5362344"/>
            <a:ext cx="738909" cy="7943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10</a:t>
            </a:r>
            <a:endParaRPr lang="es-CO" dirty="0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62A1AA6E-CAA3-49E8-BB83-9789CE6B68B3}"/>
              </a:ext>
            </a:extLst>
          </p:cNvPr>
          <p:cNvCxnSpPr>
            <a:cxnSpLocks/>
          </p:cNvCxnSpPr>
          <p:nvPr/>
        </p:nvCxnSpPr>
        <p:spPr>
          <a:xfrm flipV="1">
            <a:off x="646545" y="4401932"/>
            <a:ext cx="692728" cy="905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B33D1B3E-0878-4201-A418-3EF4651371C6}"/>
              </a:ext>
            </a:extLst>
          </p:cNvPr>
          <p:cNvCxnSpPr>
            <a:cxnSpLocks/>
          </p:cNvCxnSpPr>
          <p:nvPr/>
        </p:nvCxnSpPr>
        <p:spPr>
          <a:xfrm>
            <a:off x="1958110" y="4364987"/>
            <a:ext cx="563419" cy="979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>
            <a:extLst>
              <a:ext uri="{FF2B5EF4-FFF2-40B4-BE49-F238E27FC236}">
                <a16:creationId xmlns:a16="http://schemas.microsoft.com/office/drawing/2014/main" id="{0FEE6F39-8217-4515-8693-777D530CE8A0}"/>
              </a:ext>
            </a:extLst>
          </p:cNvPr>
          <p:cNvSpPr/>
          <p:nvPr/>
        </p:nvSpPr>
        <p:spPr>
          <a:xfrm>
            <a:off x="3112419" y="1501977"/>
            <a:ext cx="738909" cy="7943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6E82804B-A4CE-494B-B87F-559AA1983135}"/>
              </a:ext>
            </a:extLst>
          </p:cNvPr>
          <p:cNvSpPr/>
          <p:nvPr/>
        </p:nvSpPr>
        <p:spPr>
          <a:xfrm>
            <a:off x="5232121" y="3570660"/>
            <a:ext cx="738909" cy="7943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10</a:t>
            </a:r>
            <a:endParaRPr lang="es-CO" dirty="0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3F6DEADD-A700-48AF-A158-E2CBA41BC130}"/>
              </a:ext>
            </a:extLst>
          </p:cNvPr>
          <p:cNvSpPr/>
          <p:nvPr/>
        </p:nvSpPr>
        <p:spPr>
          <a:xfrm>
            <a:off x="6430873" y="5362344"/>
            <a:ext cx="738909" cy="7943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2</a:t>
            </a:r>
            <a:endParaRPr lang="es-CO" dirty="0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0DE8F160-A478-4A7C-A40C-DB426ADD1927}"/>
              </a:ext>
            </a:extLst>
          </p:cNvPr>
          <p:cNvSpPr/>
          <p:nvPr/>
        </p:nvSpPr>
        <p:spPr>
          <a:xfrm>
            <a:off x="4144870" y="5362344"/>
            <a:ext cx="738909" cy="7943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5</a:t>
            </a:r>
            <a:endParaRPr lang="es-CO" dirty="0"/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7EFDF782-A335-4F0D-BB9C-66273D37AFE5}"/>
              </a:ext>
            </a:extLst>
          </p:cNvPr>
          <p:cNvCxnSpPr>
            <a:cxnSpLocks/>
          </p:cNvCxnSpPr>
          <p:nvPr/>
        </p:nvCxnSpPr>
        <p:spPr>
          <a:xfrm flipV="1">
            <a:off x="4620542" y="4401932"/>
            <a:ext cx="692728" cy="905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ACA1D1B5-C419-4818-B762-FB34D4DC56AD}"/>
              </a:ext>
            </a:extLst>
          </p:cNvPr>
          <p:cNvCxnSpPr>
            <a:cxnSpLocks/>
          </p:cNvCxnSpPr>
          <p:nvPr/>
        </p:nvCxnSpPr>
        <p:spPr>
          <a:xfrm>
            <a:off x="5932107" y="4364987"/>
            <a:ext cx="563419" cy="979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E35AE2D7-A813-4378-8BD1-C78A69CC1473}"/>
              </a:ext>
            </a:extLst>
          </p:cNvPr>
          <p:cNvCxnSpPr>
            <a:cxnSpLocks/>
          </p:cNvCxnSpPr>
          <p:nvPr/>
        </p:nvCxnSpPr>
        <p:spPr>
          <a:xfrm flipV="1">
            <a:off x="2904616" y="2314608"/>
            <a:ext cx="480513" cy="2992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226C3E9D-41B6-4B3B-B2F8-DDD235B92031}"/>
              </a:ext>
            </a:extLst>
          </p:cNvPr>
          <p:cNvCxnSpPr>
            <a:cxnSpLocks/>
          </p:cNvCxnSpPr>
          <p:nvPr/>
        </p:nvCxnSpPr>
        <p:spPr>
          <a:xfrm>
            <a:off x="3814412" y="2283255"/>
            <a:ext cx="598329" cy="3057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B3D520E3-ADB6-44E8-B9B9-9B18945F6C7F}"/>
              </a:ext>
            </a:extLst>
          </p:cNvPr>
          <p:cNvSpPr txBox="1"/>
          <p:nvPr/>
        </p:nvSpPr>
        <p:spPr>
          <a:xfrm>
            <a:off x="3255333" y="1645284"/>
            <a:ext cx="559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30</a:t>
            </a:r>
            <a:endParaRPr lang="es-CO" dirty="0"/>
          </a:p>
        </p:txBody>
      </p:sp>
      <p:sp>
        <p:nvSpPr>
          <p:cNvPr id="28" name="Rectangle 1">
            <a:extLst>
              <a:ext uri="{FF2B5EF4-FFF2-40B4-BE49-F238E27FC236}">
                <a16:creationId xmlns:a16="http://schemas.microsoft.com/office/drawing/2014/main" id="{9BBE1337-4FF5-427A-8257-67C2FDB726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473" y="1035924"/>
            <a:ext cx="1168268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Explicación rápida recorrer el árbol de esta manera Izquierda, </a:t>
            </a:r>
            <a:r>
              <a:rPr lang="es-MX" altLang="es-CO" dirty="0" err="1">
                <a:latin typeface="Arial" panose="020B0604020202020204" pitchFamily="34" charset="0"/>
              </a:rPr>
              <a:t>Raiz</a:t>
            </a:r>
            <a:r>
              <a:rPr lang="es-MX" altLang="es-CO" dirty="0">
                <a:latin typeface="Arial" panose="020B0604020202020204" pitchFamily="34" charset="0"/>
              </a:rPr>
              <a:t> y derecha </a:t>
            </a:r>
            <a:r>
              <a:rPr lang="es-MX" altLang="es-CO" dirty="0" err="1">
                <a:latin typeface="Arial" panose="020B0604020202020204" pitchFamily="34" charset="0"/>
              </a:rPr>
              <a:t>aplicandola</a:t>
            </a:r>
            <a:r>
              <a:rPr lang="es-MX" altLang="es-CO" dirty="0">
                <a:latin typeface="Arial" panose="020B0604020202020204" pitchFamily="34" charset="0"/>
              </a:rPr>
              <a:t> a todo el </a:t>
            </a:r>
            <a:r>
              <a:rPr lang="es-MX" altLang="es-CO" dirty="0" err="1">
                <a:latin typeface="Arial" panose="020B0604020202020204" pitchFamily="34" charset="0"/>
              </a:rPr>
              <a:t>arbol</a:t>
            </a:r>
            <a:r>
              <a:rPr lang="es-MX" altLang="es-CO" dirty="0">
                <a:latin typeface="Arial" panose="020B0604020202020204" pitchFamily="34" charset="0"/>
              </a:rPr>
              <a:t> entonces: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3A99CB26-C560-409E-8832-1FA0BD7408E9}"/>
              </a:ext>
            </a:extLst>
          </p:cNvPr>
          <p:cNvSpPr txBox="1"/>
          <p:nvPr/>
        </p:nvSpPr>
        <p:spPr>
          <a:xfrm>
            <a:off x="7779261" y="2804302"/>
            <a:ext cx="41286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InOrden</a:t>
            </a:r>
            <a:r>
              <a:rPr lang="es-MX" dirty="0"/>
              <a:t> del árbol siguiendo las flechas:</a:t>
            </a:r>
          </a:p>
          <a:p>
            <a:endParaRPr lang="es-MX" dirty="0"/>
          </a:p>
          <a:p>
            <a:r>
              <a:rPr lang="es-MX" dirty="0"/>
              <a:t>10,20,5,30,5,10,2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46826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9A6DB7-5BA1-443E-BDB7-B473155CC2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6545" y="108477"/>
            <a:ext cx="10455564" cy="872198"/>
          </a:xfrm>
        </p:spPr>
        <p:txBody>
          <a:bodyPr>
            <a:normAutofit fontScale="90000"/>
          </a:bodyPr>
          <a:lstStyle/>
          <a:p>
            <a:r>
              <a:rPr lang="es-MX" dirty="0"/>
              <a:t>Recorrer el árbol en </a:t>
            </a:r>
            <a:r>
              <a:rPr lang="es-MX" dirty="0" err="1"/>
              <a:t>Preordenorden</a:t>
            </a:r>
            <a:endParaRPr lang="es-CO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69C18A74-670F-4834-B612-0BA40E1946FF}"/>
              </a:ext>
            </a:extLst>
          </p:cNvPr>
          <p:cNvSpPr/>
          <p:nvPr/>
        </p:nvSpPr>
        <p:spPr>
          <a:xfrm>
            <a:off x="5190451" y="3723345"/>
            <a:ext cx="738909" cy="7943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20</a:t>
            </a:r>
            <a:endParaRPr lang="es-CO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6FD092AF-23E2-426A-A06C-652693EB23AD}"/>
              </a:ext>
            </a:extLst>
          </p:cNvPr>
          <p:cNvSpPr/>
          <p:nvPr/>
        </p:nvSpPr>
        <p:spPr>
          <a:xfrm>
            <a:off x="6389203" y="5515029"/>
            <a:ext cx="738909" cy="7943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5</a:t>
            </a:r>
            <a:endParaRPr lang="es-CO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5F50B0C6-8E01-4AF3-B1EB-FF115B755938}"/>
              </a:ext>
            </a:extLst>
          </p:cNvPr>
          <p:cNvSpPr/>
          <p:nvPr/>
        </p:nvSpPr>
        <p:spPr>
          <a:xfrm>
            <a:off x="4103200" y="5515029"/>
            <a:ext cx="738909" cy="7943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10</a:t>
            </a:r>
            <a:endParaRPr lang="es-CO" dirty="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0FEE6F39-8217-4515-8693-777D530CE8A0}"/>
              </a:ext>
            </a:extLst>
          </p:cNvPr>
          <p:cNvSpPr/>
          <p:nvPr/>
        </p:nvSpPr>
        <p:spPr>
          <a:xfrm>
            <a:off x="7044746" y="1654662"/>
            <a:ext cx="738909" cy="7943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6E82804B-A4CE-494B-B87F-559AA1983135}"/>
              </a:ext>
            </a:extLst>
          </p:cNvPr>
          <p:cNvSpPr/>
          <p:nvPr/>
        </p:nvSpPr>
        <p:spPr>
          <a:xfrm>
            <a:off x="9164448" y="3723345"/>
            <a:ext cx="738909" cy="7943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10</a:t>
            </a:r>
            <a:endParaRPr lang="es-CO" dirty="0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3F6DEADD-A700-48AF-A158-E2CBA41BC130}"/>
              </a:ext>
            </a:extLst>
          </p:cNvPr>
          <p:cNvSpPr/>
          <p:nvPr/>
        </p:nvSpPr>
        <p:spPr>
          <a:xfrm>
            <a:off x="10363200" y="5515029"/>
            <a:ext cx="738909" cy="7943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2</a:t>
            </a:r>
            <a:endParaRPr lang="es-CO" dirty="0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0DE8F160-A478-4A7C-A40C-DB426ADD1927}"/>
              </a:ext>
            </a:extLst>
          </p:cNvPr>
          <p:cNvSpPr/>
          <p:nvPr/>
        </p:nvSpPr>
        <p:spPr>
          <a:xfrm>
            <a:off x="8077197" y="5515029"/>
            <a:ext cx="738909" cy="7943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5</a:t>
            </a:r>
            <a:endParaRPr lang="es-CO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B3D520E3-ADB6-44E8-B9B9-9B18945F6C7F}"/>
              </a:ext>
            </a:extLst>
          </p:cNvPr>
          <p:cNvSpPr txBox="1"/>
          <p:nvPr/>
        </p:nvSpPr>
        <p:spPr>
          <a:xfrm>
            <a:off x="7187660" y="1797969"/>
            <a:ext cx="559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30</a:t>
            </a:r>
            <a:endParaRPr lang="es-CO" dirty="0"/>
          </a:p>
        </p:txBody>
      </p:sp>
      <p:sp>
        <p:nvSpPr>
          <p:cNvPr id="28" name="Rectangle 1">
            <a:extLst>
              <a:ext uri="{FF2B5EF4-FFF2-40B4-BE49-F238E27FC236}">
                <a16:creationId xmlns:a16="http://schemas.microsoft.com/office/drawing/2014/main" id="{9BBE1337-4FF5-427A-8257-67C2FDB726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795" y="929116"/>
            <a:ext cx="6269982" cy="193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Explicación rápida recorrer el árbol de esta manera raíz, izquierda y derecha </a:t>
            </a:r>
            <a:r>
              <a:rPr lang="es-MX" altLang="es-CO" dirty="0">
                <a:latin typeface="Arial" panose="020B0604020202020204" pitchFamily="34" charset="0"/>
              </a:rPr>
              <a:t>aplicándola a todo el árbol entonces: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Empieza </a:t>
            </a:r>
            <a:r>
              <a:rPr lang="es-MX" altLang="es-CO" dirty="0">
                <a:latin typeface="Arial" panose="020B0604020202020204" pitchFamily="34" charset="0"/>
              </a:rPr>
              <a:t>en la raíz después va al subárbol de la derecha y en ese subárbol al elemento izquierdo y de ese izquierdo al derecho de ese subárbol y se pasa al otro subárbol haciendo el mismo orden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3A99CB26-C560-409E-8832-1FA0BD7408E9}"/>
              </a:ext>
            </a:extLst>
          </p:cNvPr>
          <p:cNvSpPr txBox="1"/>
          <p:nvPr/>
        </p:nvSpPr>
        <p:spPr>
          <a:xfrm>
            <a:off x="183161" y="3313180"/>
            <a:ext cx="41286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Preorden</a:t>
            </a:r>
            <a:r>
              <a:rPr lang="es-MX" dirty="0"/>
              <a:t> del árbol siguiendo las flechas:</a:t>
            </a:r>
          </a:p>
          <a:p>
            <a:endParaRPr lang="es-MX" dirty="0"/>
          </a:p>
          <a:p>
            <a:r>
              <a:rPr lang="es-MX" dirty="0"/>
              <a:t>30,20,10,5,10,5,2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CD4379DE-20E5-4E6C-A20C-C28D616E9137}"/>
              </a:ext>
            </a:extLst>
          </p:cNvPr>
          <p:cNvCxnSpPr/>
          <p:nvPr/>
        </p:nvCxnSpPr>
        <p:spPr>
          <a:xfrm flipH="1">
            <a:off x="5929360" y="2448989"/>
            <a:ext cx="1258300" cy="1274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4AA76B99-BDFA-41D5-ADBE-B18CBE1A811A}"/>
              </a:ext>
            </a:extLst>
          </p:cNvPr>
          <p:cNvCxnSpPr>
            <a:cxnSpLocks/>
          </p:cNvCxnSpPr>
          <p:nvPr/>
        </p:nvCxnSpPr>
        <p:spPr>
          <a:xfrm flipH="1">
            <a:off x="4771659" y="4604612"/>
            <a:ext cx="668459" cy="9222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AA0B6D5F-8193-4A18-8741-8C8A61C2A786}"/>
              </a:ext>
            </a:extLst>
          </p:cNvPr>
          <p:cNvCxnSpPr/>
          <p:nvPr/>
        </p:nvCxnSpPr>
        <p:spPr>
          <a:xfrm>
            <a:off x="4966800" y="5912192"/>
            <a:ext cx="13115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49E5463E-79DF-4395-AD6C-01ACAC35C569}"/>
              </a:ext>
            </a:extLst>
          </p:cNvPr>
          <p:cNvCxnSpPr/>
          <p:nvPr/>
        </p:nvCxnSpPr>
        <p:spPr>
          <a:xfrm flipV="1">
            <a:off x="7044746" y="4198212"/>
            <a:ext cx="2041472" cy="13168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8116B6F1-6209-4DF2-87F3-98E04D1A9D30}"/>
              </a:ext>
            </a:extLst>
          </p:cNvPr>
          <p:cNvCxnSpPr/>
          <p:nvPr/>
        </p:nvCxnSpPr>
        <p:spPr>
          <a:xfrm flipH="1">
            <a:off x="8675206" y="4517672"/>
            <a:ext cx="489242" cy="8477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38D05F69-3A08-424C-90D4-53613A74BCDA}"/>
              </a:ext>
            </a:extLst>
          </p:cNvPr>
          <p:cNvCxnSpPr/>
          <p:nvPr/>
        </p:nvCxnSpPr>
        <p:spPr>
          <a:xfrm>
            <a:off x="9021563" y="5974761"/>
            <a:ext cx="11317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7415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>
            <a:extLst>
              <a:ext uri="{FF2B5EF4-FFF2-40B4-BE49-F238E27FC236}">
                <a16:creationId xmlns:a16="http://schemas.microsoft.com/office/drawing/2014/main" id="{512A0F97-B5AE-43AD-AEDC-143923FC0580}"/>
              </a:ext>
            </a:extLst>
          </p:cNvPr>
          <p:cNvSpPr/>
          <p:nvPr/>
        </p:nvSpPr>
        <p:spPr>
          <a:xfrm>
            <a:off x="698014" y="3275097"/>
            <a:ext cx="625709" cy="5858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20</a:t>
            </a:r>
            <a:endParaRPr lang="es-CO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1E638C59-51EA-475F-9112-6393F76FEFD1}"/>
              </a:ext>
            </a:extLst>
          </p:cNvPr>
          <p:cNvSpPr/>
          <p:nvPr/>
        </p:nvSpPr>
        <p:spPr>
          <a:xfrm>
            <a:off x="1323723" y="4161299"/>
            <a:ext cx="625709" cy="5858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5</a:t>
            </a:r>
            <a:endParaRPr lang="es-CO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B6C2C6D7-3BCA-4893-A1B2-3E7837164BAC}"/>
              </a:ext>
            </a:extLst>
          </p:cNvPr>
          <p:cNvSpPr/>
          <p:nvPr/>
        </p:nvSpPr>
        <p:spPr>
          <a:xfrm>
            <a:off x="72305" y="4161299"/>
            <a:ext cx="625709" cy="5858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10</a:t>
            </a:r>
            <a:endParaRPr lang="es-CO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2D3C4AE3-9218-4C29-B9E4-03C6D469F465}"/>
              </a:ext>
            </a:extLst>
          </p:cNvPr>
          <p:cNvSpPr/>
          <p:nvPr/>
        </p:nvSpPr>
        <p:spPr>
          <a:xfrm>
            <a:off x="1957873" y="2527214"/>
            <a:ext cx="625709" cy="5858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9E19CB8F-74FF-4023-9D7D-EDE09DEAC595}"/>
              </a:ext>
            </a:extLst>
          </p:cNvPr>
          <p:cNvSpPr/>
          <p:nvPr/>
        </p:nvSpPr>
        <p:spPr>
          <a:xfrm>
            <a:off x="3231660" y="3275097"/>
            <a:ext cx="625709" cy="5858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10</a:t>
            </a:r>
            <a:endParaRPr lang="es-CO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FEAFAE45-99B8-43D4-A683-C910E2409D45}"/>
              </a:ext>
            </a:extLst>
          </p:cNvPr>
          <p:cNvSpPr/>
          <p:nvPr/>
        </p:nvSpPr>
        <p:spPr>
          <a:xfrm>
            <a:off x="3857369" y="4161299"/>
            <a:ext cx="625709" cy="5858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2</a:t>
            </a:r>
            <a:endParaRPr lang="es-CO" dirty="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45D6C86F-6D40-42FE-B68B-2E8F95895971}"/>
              </a:ext>
            </a:extLst>
          </p:cNvPr>
          <p:cNvSpPr/>
          <p:nvPr/>
        </p:nvSpPr>
        <p:spPr>
          <a:xfrm>
            <a:off x="2605951" y="4161299"/>
            <a:ext cx="625709" cy="5858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5</a:t>
            </a:r>
            <a:endParaRPr lang="es-CO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6D02A68-5532-4F9C-AF15-22F99A89CA0B}"/>
              </a:ext>
            </a:extLst>
          </p:cNvPr>
          <p:cNvSpPr txBox="1"/>
          <p:nvPr/>
        </p:nvSpPr>
        <p:spPr>
          <a:xfrm>
            <a:off x="2100787" y="2670520"/>
            <a:ext cx="473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30</a:t>
            </a:r>
            <a:endParaRPr lang="es-CO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C55EACB-B392-4F7C-B36F-AC0AD1611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423"/>
            <a:ext cx="9894455" cy="675777"/>
          </a:xfrm>
        </p:spPr>
        <p:txBody>
          <a:bodyPr>
            <a:normAutofit fontScale="90000"/>
          </a:bodyPr>
          <a:lstStyle/>
          <a:p>
            <a:r>
              <a:rPr lang="es-MX" dirty="0"/>
              <a:t>Recorrer el árbol en </a:t>
            </a:r>
            <a:r>
              <a:rPr lang="es-MX" dirty="0" err="1"/>
              <a:t>postorden</a:t>
            </a:r>
            <a:r>
              <a:rPr lang="es-MX" dirty="0"/>
              <a:t>:</a:t>
            </a:r>
            <a:endParaRPr lang="es-CO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5132F63-CE45-40A5-A44D-8D62BF3A20B3}"/>
              </a:ext>
            </a:extLst>
          </p:cNvPr>
          <p:cNvSpPr txBox="1"/>
          <p:nvPr/>
        </p:nvSpPr>
        <p:spPr>
          <a:xfrm>
            <a:off x="838200" y="1283368"/>
            <a:ext cx="10738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Se recorre el árbol de esta manera (Izquierda, derecha y la </a:t>
            </a:r>
            <a:r>
              <a:rPr lang="es-MX" dirty="0" err="1"/>
              <a:t>raiz</a:t>
            </a:r>
            <a:r>
              <a:rPr lang="es-MX" dirty="0"/>
              <a:t>) primero visita el árbol izquierdo luego el derecho: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649503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197</Words>
  <Application>Microsoft Office PowerPoint</Application>
  <PresentationFormat>Panorámica</PresentationFormat>
  <Paragraphs>40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de Office</vt:lpstr>
      <vt:lpstr>ArbolBinario Ejercicio Practico</vt:lpstr>
      <vt:lpstr>Resumen</vt:lpstr>
      <vt:lpstr>Recorrer el árbol en inorden</vt:lpstr>
      <vt:lpstr>Recorrer el árbol en Preordenorden</vt:lpstr>
      <vt:lpstr>Recorrer el árbol en postorden: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Recorrer el árbol en inorden</dc:title>
  <dc:creator>Admin</dc:creator>
  <cp:lastModifiedBy>Admin</cp:lastModifiedBy>
  <cp:revision>5</cp:revision>
  <dcterms:created xsi:type="dcterms:W3CDTF">2026-04-23T15:28:11Z</dcterms:created>
  <dcterms:modified xsi:type="dcterms:W3CDTF">2026-04-23T16:06:59Z</dcterms:modified>
</cp:coreProperties>
</file>